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 Watson Licensed Mental Health Therapist AI 109 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Career?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 want to support people through emotional and relationship challenges.</a:t>
            </a:r>
          </a:p>
          <a:p>
            <a:pPr lvl="0"/>
            <a:r>
              <a:rPr/>
              <a:t>Therapy combines listening, problem solving, and real human connection.</a:t>
            </a:r>
          </a:p>
          <a:p>
            <a:pPr lvl="0"/>
            <a:r>
              <a:rPr/>
              <a:t>I am interested in psychology and helping others feel understood.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Licensed mental health therapists support individuals, couples, families, and groups.</a:t>
            </a:r>
          </a:p>
          <a:p>
            <a:pPr lvl="0"/>
            <a:r>
              <a:rPr/>
              <a:t>They assess needs, create treatment plans, and teach coping strategies.</a:t>
            </a:r>
          </a:p>
          <a:p>
            <a:pPr lvl="0"/>
            <a:r>
              <a:rPr/>
              <a:t>Work settings include private practice, clinics, hospitals, schools, and telehealth.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Skills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Empathy and active listening</a:t>
            </a:r>
          </a:p>
          <a:p>
            <a:pPr lvl="0"/>
            <a:r>
              <a:rPr/>
              <a:t>Communication and ethical judgment</a:t>
            </a:r>
          </a:p>
          <a:p>
            <a:pPr lvl="0"/>
            <a:r>
              <a:rPr/>
              <a:t>Critical thinking and cultural awareness</a:t>
            </a:r>
          </a:p>
          <a:p>
            <a:pPr lvl="0"/>
            <a:r>
              <a:rPr/>
              <a:t>Master’s degree plus state licensure</a:t>
            </a:r>
          </a:p>
          <a:p>
            <a:pPr lvl="0"/>
            <a:r>
              <a:rPr/>
              <a:t>Supervised clinical hours and continuing education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chatbots and apps can offer 24/7 support and initial screening.</a:t>
            </a:r>
          </a:p>
          <a:p>
            <a:pPr lvl="0"/>
            <a:r>
              <a:rPr/>
              <a:t>Digital tools can automate notes, scheduling, and billing.</a:t>
            </a:r>
          </a:p>
          <a:p>
            <a:pPr lvl="0"/>
            <a:r>
              <a:rPr/>
              <a:t>Therapists may focus more on complex emotional work.</a:t>
            </a:r>
          </a:p>
          <a:p>
            <a:pPr lvl="0"/>
            <a:r>
              <a:rPr/>
              <a:t>Technology requires therapists to monitor fairness, privacy, and consent.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Less paperwork means more time with clients.</a:t>
            </a:r>
          </a:p>
          <a:p>
            <a:pPr lvl="0"/>
            <a:r>
              <a:rPr/>
              <a:t>AI can help identify patterns and track progress.</a:t>
            </a:r>
          </a:p>
          <a:p>
            <a:pPr lvl="0"/>
            <a:r>
              <a:rPr/>
              <a:t>Clients can access guided tools between sessions.</a:t>
            </a:r>
          </a:p>
          <a:p>
            <a:pPr lvl="0"/>
            <a:r>
              <a:rPr/>
              <a:t>Telehealth becomes more efficient with AI scheduling and summaries.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Gain an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AI to summarize research and compare therapy methods.</a:t>
            </a:r>
          </a:p>
          <a:p>
            <a:pPr lvl="0"/>
            <a:r>
              <a:rPr/>
              <a:t>Practice mock therapy sessions with AI clients.</a:t>
            </a:r>
          </a:p>
          <a:p>
            <a:pPr lvl="0"/>
            <a:r>
              <a:rPr/>
              <a:t>Learn digital mental health tools and ethical guidelines.</a:t>
            </a:r>
          </a:p>
          <a:p>
            <a:pPr lvl="0"/>
            <a:r>
              <a:rPr/>
              <a:t>Keep organized with AI study planners and reflection journals.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Take an introductory psychology or counseling course.</a:t>
            </a:r>
          </a:p>
          <a:p>
            <a:pPr lvl="0"/>
            <a:r>
              <a:rPr/>
              <a:t>Practice weekly AI-based case simulations.</a:t>
            </a:r>
          </a:p>
          <a:p>
            <a:pPr lvl="0"/>
            <a:r>
              <a:rPr/>
              <a:t>Research AI mental health platforms monthly.</a:t>
            </a:r>
          </a:p>
          <a:p>
            <a:pPr lvl="0"/>
            <a:r>
              <a:rPr/>
              <a:t>Volunteer or practice peer counseling.</a:t>
            </a:r>
          </a:p>
          <a:p>
            <a:pPr lvl="0"/>
            <a:r>
              <a:rPr/>
              <a:t>Study privacy, ethics, and digital confidentiality.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will support therapists, not replace them.</a:t>
            </a:r>
          </a:p>
          <a:p>
            <a:pPr lvl="0"/>
            <a:r>
              <a:rPr/>
              <a:t>Human empathy and trust remain essential.</a:t>
            </a:r>
          </a:p>
          <a:p>
            <a:pPr lvl="0"/>
            <a:r>
              <a:rPr/>
              <a:t>Therapists who use AI responsibly will be more effective.</a:t>
            </a:r>
          </a:p>
          <a:p>
            <a:pPr lvl="0"/>
            <a:r>
              <a:rPr/>
              <a:t>Preparing now will help future success in this field.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2026-05-04T15:04:22Z</dcterms:created>
  <dcterms:modified xsi:type="dcterms:W3CDTF">2026-05-04T15:04:22Z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