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Style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sample slide layout for the reference presentation.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Bullet Slide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Clear title and concise bullet points</a:t>
            </a:r>
          </a:p>
          <a:p>
            <a:pPr lvl="0"/>
            <a:r>
              <a:rPr/>
              <a:t>Readable text with professional spacing</a:t>
            </a:r>
          </a:p>
          <a:p>
            <a:pPr lvl="0"/>
            <a:r>
              <a:rPr/>
              <a:t>Consistent slide formatting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2026-05-04T15:04:22Z</dcterms:created>
  <dcterms:modified xsi:type="dcterms:W3CDTF">2026-05-04T15:04:22Z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